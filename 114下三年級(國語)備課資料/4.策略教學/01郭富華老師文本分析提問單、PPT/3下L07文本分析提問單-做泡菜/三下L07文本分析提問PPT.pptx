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0" r:id="rId4"/>
    <p:sldId id="258" r:id="rId5"/>
    <p:sldId id="291" r:id="rId6"/>
    <p:sldId id="292" r:id="rId7"/>
    <p:sldId id="282" r:id="rId8"/>
    <p:sldId id="281" r:id="rId9"/>
    <p:sldId id="259" r:id="rId10"/>
    <p:sldId id="266" r:id="rId11"/>
  </p:sldIdLst>
  <p:sldSz cx="18288000" cy="10287000"/>
  <p:notesSz cx="6858000" cy="9144000"/>
  <p:embeddedFontLst>
    <p:embeddedFont>
      <p:font typeface="王漢宗特黑體" panose="02000500000000000000" pitchFamily="2" charset="-120"/>
      <p:regular r:id="rId13"/>
    </p:embeddedFont>
    <p:embeddedFont>
      <p:font typeface="微軟正黑體" panose="020B0604030504040204" pitchFamily="34" charset="-120"/>
      <p:regular r:id="rId14"/>
      <p:bold r:id="rId15"/>
    </p:embeddedFont>
    <p:embeddedFont>
      <p:font typeface="微軟正黑體" panose="020B0604030504040204" pitchFamily="34" charset="-120"/>
      <p:regular r:id="rId14"/>
      <p:bold r:id="rId15"/>
    </p:embeddedFont>
    <p:embeddedFont>
      <p:font typeface="標楷體" panose="03000509000000000000" pitchFamily="49" charset="-120"/>
      <p:regular r:id="rId16"/>
    </p:embeddedFont>
    <p:embeddedFont>
      <p:font typeface="AR ZhuYinEX Md" panose="020B0602010101010101" pitchFamily="49" charset="-12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1DA"/>
    <a:srgbClr val="FFE2C7"/>
    <a:srgbClr val="F7D9D9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49" autoAdjust="0"/>
    <p:restoredTop sz="94624" autoAdjust="0"/>
  </p:normalViewPr>
  <p:slideViewPr>
    <p:cSldViewPr>
      <p:cViewPr varScale="1">
        <p:scale>
          <a:sx n="52" d="100"/>
          <a:sy n="52" d="100"/>
        </p:scale>
        <p:origin x="200" y="9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3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770582" y="5483431"/>
            <a:ext cx="9468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L07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做泡菜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028699" y="2781300"/>
            <a:ext cx="15354301" cy="387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Tx/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你一定有跟家人一起「動手做食物」的經驗，請問你「印象最深刻」的是在做什麼食物的時候？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spcAft>
                <a:spcPts val="0"/>
              </a:spcAft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一起和家人「做食物」時，你有什麼感受？（用完整語句，具體表達心裡的感受。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1226008-E42B-5BE0-4013-6298197F4D0F}"/>
              </a:ext>
            </a:extLst>
          </p:cNvPr>
          <p:cNvSpPr/>
          <p:nvPr/>
        </p:nvSpPr>
        <p:spPr>
          <a:xfrm>
            <a:off x="1656540" y="5003636"/>
            <a:ext cx="124907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學生依經驗回答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6051289-5404-CC83-785C-D7CE84B6B9CB}"/>
              </a:ext>
            </a:extLst>
          </p:cNvPr>
          <p:cNvCxnSpPr>
            <a:cxnSpLocks/>
          </p:cNvCxnSpPr>
          <p:nvPr/>
        </p:nvCxnSpPr>
        <p:spPr>
          <a:xfrm>
            <a:off x="1726735" y="5565140"/>
            <a:ext cx="14656265" cy="232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69594E7-86E4-3F32-D8F1-159D46033372}"/>
              </a:ext>
            </a:extLst>
          </p:cNvPr>
          <p:cNvSpPr/>
          <p:nvPr/>
        </p:nvSpPr>
        <p:spPr>
          <a:xfrm>
            <a:off x="1726735" y="6958445"/>
            <a:ext cx="124907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學生依經驗回答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3C055C26-F889-8282-9C5C-75EDE38F235D}"/>
              </a:ext>
            </a:extLst>
          </p:cNvPr>
          <p:cNvCxnSpPr>
            <a:cxnSpLocks/>
          </p:cNvCxnSpPr>
          <p:nvPr/>
        </p:nvCxnSpPr>
        <p:spPr>
          <a:xfrm>
            <a:off x="1796930" y="7519949"/>
            <a:ext cx="14586070" cy="232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275287" y="872739"/>
            <a:ext cx="61606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pSp>
        <p:nvGrpSpPr>
          <p:cNvPr id="11" name="Group 8">
            <a:extLst>
              <a:ext uri="{FF2B5EF4-FFF2-40B4-BE49-F238E27FC236}">
                <a16:creationId xmlns:a16="http://schemas.microsoft.com/office/drawing/2014/main" id="{6911D095-CB98-5620-DD13-D6926BB6C83E}"/>
              </a:ext>
            </a:extLst>
          </p:cNvPr>
          <p:cNvGrpSpPr/>
          <p:nvPr/>
        </p:nvGrpSpPr>
        <p:grpSpPr>
          <a:xfrm>
            <a:off x="1013460" y="2343663"/>
            <a:ext cx="5325946" cy="1275837"/>
            <a:chOff x="0" y="0"/>
            <a:chExt cx="2188840" cy="109714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F887489-A9CD-A0DD-FF6F-C2476A64545E}"/>
                </a:ext>
              </a:extLst>
            </p:cNvPr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4AC62363-3FDA-17E4-FCCC-E6C10B29A51E}"/>
                </a:ext>
              </a:extLst>
            </p:cNvPr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530AE00-DD39-8569-B105-DB2CC93E1725}"/>
              </a:ext>
            </a:extLst>
          </p:cNvPr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64F9F5-8B24-DA2F-5043-C92ECDFBDF9B}"/>
              </a:ext>
            </a:extLst>
          </p:cNvPr>
          <p:cNvSpPr/>
          <p:nvPr/>
        </p:nvSpPr>
        <p:spPr>
          <a:xfrm>
            <a:off x="4645321" y="2715891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6F2B1D-8CA7-8820-4C23-6219A1AAFD4F}"/>
              </a:ext>
            </a:extLst>
          </p:cNvPr>
          <p:cNvSpPr/>
          <p:nvPr/>
        </p:nvSpPr>
        <p:spPr>
          <a:xfrm>
            <a:off x="1013461" y="3778978"/>
            <a:ext cx="158267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請以「昜</a:t>
            </a:r>
            <a:r>
              <a:rPr lang="zh-TW" altLang="en-US" sz="3200" b="1" kern="100" dirty="0">
                <a:latin typeface="AR ZhuYinEX Md" panose="020B0602010101010101" pitchFamily="49" charset="-120"/>
                <a:ea typeface="AR ZhuYinEX Md" panose="020B0602010101010101" pitchFamily="49" charset="-120"/>
                <a:cs typeface="Times New Roman" panose="02020603050405020304" pitchFamily="18" charset="0"/>
              </a:rPr>
              <a:t>昜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」為部件，加上偏旁形成另一個新字後，再造一個詞。請小心造詞，因為最後是使用你造的詞來造長句呵！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8D63E5F-9B3E-8C29-1F66-3135DA199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198019"/>
              </p:ext>
            </p:extLst>
          </p:nvPr>
        </p:nvGraphicFramePr>
        <p:xfrm>
          <a:off x="2183754" y="5234277"/>
          <a:ext cx="15318672" cy="450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709">
                  <a:extLst>
                    <a:ext uri="{9D8B030D-6E8A-4147-A177-3AD203B41FA5}">
                      <a16:colId xmlns:a16="http://schemas.microsoft.com/office/drawing/2014/main" val="741857881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821507824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3724771510"/>
                    </a:ext>
                  </a:extLst>
                </a:gridCol>
                <a:gridCol w="7846471">
                  <a:extLst>
                    <a:ext uri="{9D8B030D-6E8A-4147-A177-3AD203B41FA5}">
                      <a16:colId xmlns:a16="http://schemas.microsoft.com/office/drawing/2014/main" val="765254266"/>
                    </a:ext>
                  </a:extLst>
                </a:gridCol>
              </a:tblGrid>
              <a:tr h="1060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加偏旁成新字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注音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造詞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句中放入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並加入想像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情境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，最後也要加入自己的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感受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，成為完整一小段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7250"/>
                  </a:ext>
                </a:extLst>
              </a:tr>
              <a:tr h="1721709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昜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12334"/>
                  </a:ext>
                </a:extLst>
              </a:tr>
              <a:tr h="172170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21993"/>
                  </a:ext>
                </a:extLst>
              </a:tr>
            </a:tbl>
          </a:graphicData>
        </a:graphic>
      </p:graphicFrame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C3F2238-E963-9663-C157-0292A9788346}"/>
              </a:ext>
            </a:extLst>
          </p:cNvPr>
          <p:cNvCxnSpPr>
            <a:cxnSpLocks/>
          </p:cNvCxnSpPr>
          <p:nvPr/>
        </p:nvCxnSpPr>
        <p:spPr>
          <a:xfrm>
            <a:off x="9906000" y="71247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281C96C8-CE8C-A074-B354-182A7DC00FC5}"/>
              </a:ext>
            </a:extLst>
          </p:cNvPr>
          <p:cNvCxnSpPr>
            <a:cxnSpLocks/>
          </p:cNvCxnSpPr>
          <p:nvPr/>
        </p:nvCxnSpPr>
        <p:spPr>
          <a:xfrm>
            <a:off x="9906000" y="80391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C930821-D35C-C8BB-718B-5D5A70F0AC14}"/>
              </a:ext>
            </a:extLst>
          </p:cNvPr>
          <p:cNvCxnSpPr>
            <a:cxnSpLocks/>
          </p:cNvCxnSpPr>
          <p:nvPr/>
        </p:nvCxnSpPr>
        <p:spPr>
          <a:xfrm>
            <a:off x="9906000" y="89535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02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7223" y="2749040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60404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899407"/>
              </p:ext>
            </p:extLst>
          </p:nvPr>
        </p:nvGraphicFramePr>
        <p:xfrm>
          <a:off x="2535735" y="5656134"/>
          <a:ext cx="13999665" cy="3737159"/>
        </p:xfrm>
        <a:graphic>
          <a:graphicData uri="http://schemas.openxmlformats.org/drawingml/2006/table">
            <a:tbl>
              <a:tblPr firstRow="1" firstCol="1" bandRow="1"/>
              <a:tblGrid>
                <a:gridCol w="264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4461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架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緣起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經過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結果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96978155"/>
                  </a:ext>
                </a:extLst>
              </a:tr>
              <a:tr h="1720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一、媽媽做泡菜，</a:t>
                      </a:r>
                    </a:p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小新提問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二、做泡菜是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行為，適量食用有益健康。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三、提醒食用要適量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24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400800" y="4664214"/>
            <a:ext cx="4465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24938F-D287-646D-7D8D-37F5CB50B344}"/>
              </a:ext>
            </a:extLst>
          </p:cNvPr>
          <p:cNvSpPr/>
          <p:nvPr/>
        </p:nvSpPr>
        <p:spPr>
          <a:xfrm>
            <a:off x="6451714" y="8520014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1E97AB-0E69-09C8-5E0C-501BD3DB561A}"/>
              </a:ext>
            </a:extLst>
          </p:cNvPr>
          <p:cNvSpPr/>
          <p:nvPr/>
        </p:nvSpPr>
        <p:spPr>
          <a:xfrm>
            <a:off x="10312315" y="8520015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5CFB74-F65A-DD2A-649E-36CB980BC549}"/>
              </a:ext>
            </a:extLst>
          </p:cNvPr>
          <p:cNvSpPr/>
          <p:nvPr/>
        </p:nvSpPr>
        <p:spPr>
          <a:xfrm>
            <a:off x="14130701" y="8518143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4-5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278207-60AD-3C69-F14B-C359E589829C}"/>
              </a:ext>
            </a:extLst>
          </p:cNvPr>
          <p:cNvSpPr/>
          <p:nvPr/>
        </p:nvSpPr>
        <p:spPr>
          <a:xfrm>
            <a:off x="11506200" y="6526223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惜物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1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2" y="3548615"/>
            <a:ext cx="15632130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媽媽在做泡菜時，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提出了什麼疑問問媽媽？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為什麼要做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0744200" y="3771900"/>
            <a:ext cx="2438400" cy="400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5B1E21-DE17-BE1F-57A1-2BEB9D285243}"/>
              </a:ext>
            </a:extLst>
          </p:cNvPr>
          <p:cNvSpPr/>
          <p:nvPr/>
        </p:nvSpPr>
        <p:spPr>
          <a:xfrm>
            <a:off x="4149818" y="4384738"/>
            <a:ext cx="39590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對身體不好的醃漬 </a:t>
            </a: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22A9A81C-4838-1C93-DAD1-F0BC85526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804756"/>
              </p:ext>
            </p:extLst>
          </p:nvPr>
        </p:nvGraphicFramePr>
        <p:xfrm>
          <a:off x="1447800" y="5766466"/>
          <a:ext cx="16060271" cy="1615440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小新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好奇媽媽為什麼要做對身體不好的醃漬泡菜。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06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508254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353321"/>
            <a:ext cx="15163800" cy="5184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段對於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的疑問，媽媽是如何回答的？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直到看了報導，才知道泡菜經發酵會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，有益腸道健康 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媽媽一邊切大白菜，一邊回答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的問題。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你發現了用「一邊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」所接的兩個動作，可以同時存在嗎？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不可以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試著用「一邊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一邊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」造一個句子。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188888-9661-7BA3-545A-C3DED6DABF93}"/>
              </a:ext>
            </a:extLst>
          </p:cNvPr>
          <p:cNvSpPr/>
          <p:nvPr/>
        </p:nvSpPr>
        <p:spPr>
          <a:xfrm>
            <a:off x="10072282" y="3617645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0F86EF0-4178-7FCB-2563-268B89D1E3DF}"/>
              </a:ext>
            </a:extLst>
          </p:cNvPr>
          <p:cNvSpPr txBox="1"/>
          <p:nvPr/>
        </p:nvSpPr>
        <p:spPr>
          <a:xfrm>
            <a:off x="9525000" y="4184282"/>
            <a:ext cx="19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產生好菌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BC4FDC0-A9A9-0770-07AE-8607593A1FAE}"/>
              </a:ext>
            </a:extLst>
          </p:cNvPr>
          <p:cNvSpPr txBox="1"/>
          <p:nvPr/>
        </p:nvSpPr>
        <p:spPr>
          <a:xfrm>
            <a:off x="3733800" y="4914900"/>
            <a:ext cx="19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適量食用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07C8F5-9D1C-7CFF-25A1-C1435D59B403}"/>
              </a:ext>
            </a:extLst>
          </p:cNvPr>
          <p:cNvSpPr/>
          <p:nvPr/>
        </p:nvSpPr>
        <p:spPr>
          <a:xfrm>
            <a:off x="5662613" y="5696979"/>
            <a:ext cx="838200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7DD987-4DDA-FA30-8626-7BCF609E975D}"/>
              </a:ext>
            </a:extLst>
          </p:cNvPr>
          <p:cNvSpPr/>
          <p:nvPr/>
        </p:nvSpPr>
        <p:spPr>
          <a:xfrm>
            <a:off x="2895600" y="5699681"/>
            <a:ext cx="838200" cy="5847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14B8CC-3BA1-6A67-53DD-39D625D8EE52}"/>
              </a:ext>
            </a:extLst>
          </p:cNvPr>
          <p:cNvSpPr txBox="1"/>
          <p:nvPr/>
        </p:nvSpPr>
        <p:spPr>
          <a:xfrm>
            <a:off x="9982200" y="7810500"/>
            <a:ext cx="1928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學生造句 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B3AB5273-AF6A-47A9-918C-D60692E0FFCB}"/>
              </a:ext>
            </a:extLst>
          </p:cNvPr>
          <p:cNvSpPr/>
          <p:nvPr/>
        </p:nvSpPr>
        <p:spPr>
          <a:xfrm>
            <a:off x="2710437" y="7061255"/>
            <a:ext cx="1023363" cy="7492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836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14" grpId="0"/>
      <p:bldP spid="18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34212-00C9-989E-8267-E5E02ED2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DF8163-EA30-0762-1983-495B78B21C33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220A678-C2E4-A55F-2FF3-303612B3C47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3C15CF9-62D5-37AD-8C60-C5F3B1BB88BA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1C798ACA-43E6-0111-F7FF-7B966928BA6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72CE680-751F-BBC7-AE6D-64594D217F34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22A89A0-406D-89E1-E698-3848DE70F9AD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41F555B-8B2D-84E0-6D3F-C629C9C3E51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E6226D8F-D92F-EA46-BA58-E859532838B1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A16B498-2541-3398-B280-3A809A35AFFA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C421CA80-30CF-A7F9-ADA1-E1D5EFCF8C2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086DF7E-52C1-F263-B10E-073F5EF30AE2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2DAE77-08B4-7AE9-207F-D52DF2A5B7F7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36B8395-8AE5-F7DA-41F4-CB679732A937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8DF5AC-28D2-B368-8EE5-DF942B55D0C1}"/>
              </a:ext>
            </a:extLst>
          </p:cNvPr>
          <p:cNvSpPr/>
          <p:nvPr/>
        </p:nvSpPr>
        <p:spPr>
          <a:xfrm>
            <a:off x="1447800" y="3294366"/>
            <a:ext cx="15163800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段文本，為什麼以前的人會想到要做泡菜？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理解後用自己的語句表達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因為以前的人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承接上題，以前的人做泡菜，是什麼樣的行為表現？為什麼？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什麼樣的行為表現？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為什麼？因為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1EBABD-BFEB-BF0C-FFC1-9998A33C9CC3}"/>
              </a:ext>
            </a:extLst>
          </p:cNvPr>
          <p:cNvSpPr/>
          <p:nvPr/>
        </p:nvSpPr>
        <p:spPr>
          <a:xfrm>
            <a:off x="15254045" y="3582475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B169392-83AC-C119-89EE-731E3F50A109}"/>
              </a:ext>
            </a:extLst>
          </p:cNvPr>
          <p:cNvSpPr txBox="1"/>
          <p:nvPr/>
        </p:nvSpPr>
        <p:spPr>
          <a:xfrm>
            <a:off x="4495800" y="4152900"/>
            <a:ext cx="9829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大白菜太多賣不掉，醃漬做成泡菜可以保存比較久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9625D8-7CE1-7188-6E4D-D554337B92D9}"/>
              </a:ext>
            </a:extLst>
          </p:cNvPr>
          <p:cNvSpPr/>
          <p:nvPr/>
        </p:nvSpPr>
        <p:spPr>
          <a:xfrm>
            <a:off x="1447800" y="2508254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2-3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05247E-CDB4-58BD-EA1B-3B183662E3EC}"/>
              </a:ext>
            </a:extLst>
          </p:cNvPr>
          <p:cNvSpPr/>
          <p:nvPr/>
        </p:nvSpPr>
        <p:spPr>
          <a:xfrm>
            <a:off x="13020234" y="5035622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8D7A530-3AD4-A09C-22B3-328063D91E61}"/>
              </a:ext>
            </a:extLst>
          </p:cNvPr>
          <p:cNvSpPr txBox="1"/>
          <p:nvPr/>
        </p:nvSpPr>
        <p:spPr>
          <a:xfrm>
            <a:off x="6324600" y="5591525"/>
            <a:ext cx="9829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惜物、環保的表現 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90A1314-34A6-387D-B2D6-14CD8AF456AE}"/>
              </a:ext>
            </a:extLst>
          </p:cNvPr>
          <p:cNvSpPr txBox="1"/>
          <p:nvPr/>
        </p:nvSpPr>
        <p:spPr>
          <a:xfrm>
            <a:off x="5043696" y="6345823"/>
            <a:ext cx="9829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學生結合自己生活經驗回答 </a:t>
            </a: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9D4DA1EF-5C68-A304-73BC-D2EA5434F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116270"/>
              </p:ext>
            </p:extLst>
          </p:nvPr>
        </p:nvGraphicFramePr>
        <p:xfrm>
          <a:off x="1447800" y="7214009"/>
          <a:ext cx="15697200" cy="2649474"/>
        </p:xfrm>
        <a:graphic>
          <a:graphicData uri="http://schemas.openxmlformats.org/drawingml/2006/table">
            <a:tbl>
              <a:tblPr firstRow="1" firstCol="1" bandRow="1"/>
              <a:tblGrid>
                <a:gridCol w="1569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  <a:endParaRPr lang="zh-TW" altLang="en-US" sz="4000" b="0" u="none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0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醃漬食物有好菌，適量食用有益腸道健康。過多的大白菜做成泡菜，是愛惜食物的方式。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95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BC47-264D-231D-C4E6-B6A55D8C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5E670-BACB-0C65-4DEB-E3F1CB8906EC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0C828A-9588-08DA-75F2-62084852FD6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F654C3-9113-A9D5-DAC7-B453ECA98D87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5FF305B-A399-5A15-A6CC-173C2527743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8C3968-1529-09D5-4F11-4A91DB1D15BA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D2775D-25FC-F8C5-6DAB-448ADDF5058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960063D-8F0F-A06E-8E7C-6B553D9CF4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FDBF287-168B-E7AA-7EBE-41535B5E04D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6388714-C790-CE17-551D-375ACD1363B4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D9572BA-BF08-45A6-8BA5-177AE86EEF0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FE8FB98-BA22-EE14-2170-D4B6BF96D85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D80834-70AE-B588-ABAB-3F7C39F45DBA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8C494F-029A-3CD9-8FA7-CD27553EE1EC}"/>
              </a:ext>
            </a:extLst>
          </p:cNvPr>
          <p:cNvSpPr/>
          <p:nvPr/>
        </p:nvSpPr>
        <p:spPr>
          <a:xfrm>
            <a:off x="1447800" y="256259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E7EF3C4-02FE-8BA1-CA00-56196B9CCD2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F1CFB2-EF05-C320-7F87-B6655D92E985}"/>
              </a:ext>
            </a:extLst>
          </p:cNvPr>
          <p:cNvSpPr/>
          <p:nvPr/>
        </p:nvSpPr>
        <p:spPr>
          <a:xfrm>
            <a:off x="1447802" y="3402785"/>
            <a:ext cx="15632130" cy="5172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偷吃了泡菜，媽媽是如何回應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小新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泡菜好吃，但是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承接上題，想一想媽媽的回應有呼應到哪一段的什麼內容？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有呼應到第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哪一段內容？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找到後在課文上圈出來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B19ED4-6ACF-D6DB-E6A2-49560BF85BAF}"/>
              </a:ext>
            </a:extLst>
          </p:cNvPr>
          <p:cNvSpPr/>
          <p:nvPr/>
        </p:nvSpPr>
        <p:spPr>
          <a:xfrm>
            <a:off x="9373707" y="3672461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275E350-7AE9-47A4-96ED-05C365678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46453"/>
              </p:ext>
            </p:extLst>
          </p:nvPr>
        </p:nvGraphicFramePr>
        <p:xfrm>
          <a:off x="1677509" y="7399335"/>
          <a:ext cx="14932982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4932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意義段三：</a:t>
                      </a:r>
                      <a:endParaRPr lang="zh-TW" altLang="en-US" sz="4400" b="0" u="none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小新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偷吃，媽媽提醒不能一次吃太多。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22A2EFE8-3343-66F3-18D8-4FDF07F2D408}"/>
              </a:ext>
            </a:extLst>
          </p:cNvPr>
          <p:cNvSpPr/>
          <p:nvPr/>
        </p:nvSpPr>
        <p:spPr>
          <a:xfrm>
            <a:off x="4742922" y="4243236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不能一次吃太多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6A9A53-C0BB-4A01-F9B1-E401C16B618D}"/>
              </a:ext>
            </a:extLst>
          </p:cNvPr>
          <p:cNvSpPr/>
          <p:nvPr/>
        </p:nvSpPr>
        <p:spPr>
          <a:xfrm>
            <a:off x="3254952" y="5720455"/>
            <a:ext cx="35913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986255-A7B1-4B6F-A3C0-02FD4419B031}"/>
              </a:ext>
            </a:extLst>
          </p:cNvPr>
          <p:cNvSpPr/>
          <p:nvPr/>
        </p:nvSpPr>
        <p:spPr>
          <a:xfrm>
            <a:off x="5050622" y="6362700"/>
            <a:ext cx="50584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適量食用有益腸道健康 </a:t>
            </a:r>
          </a:p>
        </p:txBody>
      </p:sp>
    </p:spTree>
    <p:extLst>
      <p:ext uri="{BB962C8B-B14F-4D97-AF65-F5344CB8AC3E}">
        <p14:creationId xmlns:p14="http://schemas.microsoft.com/office/powerpoint/2010/main" val="1867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678886" y="2933700"/>
            <a:ext cx="14930227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大白菜過多，惜福愛物下，將大白菜醃漬成泡菜，沒想到風味獨到。生活周遭，你知道哪些好吃的食物也是在這種惜物情況下出現的？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8AC2F197-BCF0-39EF-B8E6-699A30CAA6D8}"/>
              </a:ext>
            </a:extLst>
          </p:cNvPr>
          <p:cNvSpPr/>
          <p:nvPr/>
        </p:nvSpPr>
        <p:spPr>
          <a:xfrm>
            <a:off x="5482273" y="12670310"/>
            <a:ext cx="422361" cy="494561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192DE35-C301-0831-7DC5-2DBC82CE3A43}"/>
              </a:ext>
            </a:extLst>
          </p:cNvPr>
          <p:cNvSpPr txBox="1"/>
          <p:nvPr/>
        </p:nvSpPr>
        <p:spPr>
          <a:xfrm>
            <a:off x="2209800" y="4648920"/>
            <a:ext cx="9829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鐵蛋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客家梅乾菜 </a:t>
            </a:r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學生依經驗回答                                   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F12929A-601C-B56E-803B-1D73A3B00A16}"/>
              </a:ext>
            </a:extLst>
          </p:cNvPr>
          <p:cNvCxnSpPr>
            <a:cxnSpLocks/>
          </p:cNvCxnSpPr>
          <p:nvPr/>
        </p:nvCxnSpPr>
        <p:spPr>
          <a:xfrm>
            <a:off x="2209800" y="5278722"/>
            <a:ext cx="1432075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790</Words>
  <Application>Microsoft Macintosh PowerPoint</Application>
  <PresentationFormat>自訂</PresentationFormat>
  <Paragraphs>91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微軟正黑體</vt:lpstr>
      <vt:lpstr>Arial</vt:lpstr>
      <vt:lpstr>AR ZhuYinEX Md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106</cp:revision>
  <dcterms:created xsi:type="dcterms:W3CDTF">2006-08-16T00:00:00Z</dcterms:created>
  <dcterms:modified xsi:type="dcterms:W3CDTF">2025-10-05T14:50:08Z</dcterms:modified>
  <dc:identifier>DAGWD1Ntyd0</dc:identifier>
</cp:coreProperties>
</file>